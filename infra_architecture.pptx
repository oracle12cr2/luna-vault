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723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태완 김" userId="64ca4ebae4e5880f" providerId="LiveId" clId="{D1FA6DB6-9DA9-4E3A-8CA4-7E95E0A955DB}"/>
    <pc:docChg chg="undo custSel delSld modSld">
      <pc:chgData name="태완 김" userId="64ca4ebae4e5880f" providerId="LiveId" clId="{D1FA6DB6-9DA9-4E3A-8CA4-7E95E0A955DB}" dt="2026-03-20T08:59:22.963" v="1322" actId="11529"/>
      <pc:docMkLst>
        <pc:docMk/>
      </pc:docMkLst>
      <pc:sldChg chg="addSp delSp modSp mod">
        <pc:chgData name="태완 김" userId="64ca4ebae4e5880f" providerId="LiveId" clId="{D1FA6DB6-9DA9-4E3A-8CA4-7E95E0A955DB}" dt="2026-03-20T08:59:22.963" v="1322" actId="11529"/>
        <pc:sldMkLst>
          <pc:docMk/>
          <pc:sldMk cId="0" sldId="257"/>
        </pc:sldMkLst>
        <pc:spChg chg="mod">
          <ac:chgData name="태완 김" userId="64ca4ebae4e5880f" providerId="LiveId" clId="{D1FA6DB6-9DA9-4E3A-8CA4-7E95E0A955DB}" dt="2026-03-20T08:31:28.747" v="1309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태완 김" userId="64ca4ebae4e5880f" providerId="LiveId" clId="{D1FA6DB6-9DA9-4E3A-8CA4-7E95E0A955DB}" dt="2026-03-20T08:59:02.609" v="1321" actId="1037"/>
          <ac:spMkLst>
            <pc:docMk/>
            <pc:sldMk cId="0" sldId="257"/>
            <ac:spMk id="3" creationId="{00000000-0000-0000-0000-000000000000}"/>
          </ac:spMkLst>
        </pc:spChg>
        <pc:spChg chg="mod">
          <ac:chgData name="태완 김" userId="64ca4ebae4e5880f" providerId="LiveId" clId="{D1FA6DB6-9DA9-4E3A-8CA4-7E95E0A955DB}" dt="2026-03-20T08:30:39.884" v="1259" actId="1038"/>
          <ac:spMkLst>
            <pc:docMk/>
            <pc:sldMk cId="0" sldId="257"/>
            <ac:spMk id="4" creationId="{00000000-0000-0000-0000-000000000000}"/>
          </ac:spMkLst>
        </pc:spChg>
        <pc:spChg chg="mod">
          <ac:chgData name="태완 김" userId="64ca4ebae4e5880f" providerId="LiveId" clId="{D1FA6DB6-9DA9-4E3A-8CA4-7E95E0A955DB}" dt="2026-03-20T08:30:39.884" v="1259" actId="1038"/>
          <ac:spMkLst>
            <pc:docMk/>
            <pc:sldMk cId="0" sldId="257"/>
            <ac:spMk id="5" creationId="{00000000-0000-0000-0000-000000000000}"/>
          </ac:spMkLst>
        </pc:spChg>
        <pc:spChg chg="mod">
          <ac:chgData name="태완 김" userId="64ca4ebae4e5880f" providerId="LiveId" clId="{D1FA6DB6-9DA9-4E3A-8CA4-7E95E0A955DB}" dt="2026-03-20T08:30:39.884" v="1259" actId="1038"/>
          <ac:spMkLst>
            <pc:docMk/>
            <pc:sldMk cId="0" sldId="257"/>
            <ac:spMk id="6" creationId="{00000000-0000-0000-0000-000000000000}"/>
          </ac:spMkLst>
        </pc:spChg>
        <pc:spChg chg="mod">
          <ac:chgData name="태완 김" userId="64ca4ebae4e5880f" providerId="LiveId" clId="{D1FA6DB6-9DA9-4E3A-8CA4-7E95E0A955DB}" dt="2026-03-20T06:57:16.030" v="668" actId="1035"/>
          <ac:spMkLst>
            <pc:docMk/>
            <pc:sldMk cId="0" sldId="257"/>
            <ac:spMk id="7" creationId="{00000000-0000-0000-0000-000000000000}"/>
          </ac:spMkLst>
        </pc:spChg>
        <pc:spChg chg="mod">
          <ac:chgData name="태완 김" userId="64ca4ebae4e5880f" providerId="LiveId" clId="{D1FA6DB6-9DA9-4E3A-8CA4-7E95E0A955DB}" dt="2026-03-20T07:21:13.877" v="1134" actId="1036"/>
          <ac:spMkLst>
            <pc:docMk/>
            <pc:sldMk cId="0" sldId="257"/>
            <ac:spMk id="8" creationId="{00000000-0000-0000-0000-000000000000}"/>
          </ac:spMkLst>
        </pc:spChg>
        <pc:spChg chg="mod">
          <ac:chgData name="태완 김" userId="64ca4ebae4e5880f" providerId="LiveId" clId="{D1FA6DB6-9DA9-4E3A-8CA4-7E95E0A955DB}" dt="2026-03-20T06:43:16.840" v="489" actId="1035"/>
          <ac:spMkLst>
            <pc:docMk/>
            <pc:sldMk cId="0" sldId="257"/>
            <ac:spMk id="9" creationId="{00000000-0000-0000-0000-000000000000}"/>
          </ac:spMkLst>
        </pc:spChg>
        <pc:spChg chg="mod">
          <ac:chgData name="태완 김" userId="64ca4ebae4e5880f" providerId="LiveId" clId="{D1FA6DB6-9DA9-4E3A-8CA4-7E95E0A955DB}" dt="2026-03-20T06:43:16.840" v="489" actId="103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태완 김" userId="64ca4ebae4e5880f" providerId="LiveId" clId="{D1FA6DB6-9DA9-4E3A-8CA4-7E95E0A955DB}" dt="2026-03-20T06:57:16.030" v="668" actId="103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태완 김" userId="64ca4ebae4e5880f" providerId="LiveId" clId="{D1FA6DB6-9DA9-4E3A-8CA4-7E95E0A955DB}" dt="2026-03-20T06:54:09.803" v="554" actId="1410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태완 김" userId="64ca4ebae4e5880f" providerId="LiveId" clId="{D1FA6DB6-9DA9-4E3A-8CA4-7E95E0A955DB}" dt="2026-03-20T07:21:13.877" v="1134" actId="103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태완 김" userId="64ca4ebae4e5880f" providerId="LiveId" clId="{D1FA6DB6-9DA9-4E3A-8CA4-7E95E0A955DB}" dt="2026-03-20T07:06:01.313" v="809" actId="1038"/>
          <ac:spMkLst>
            <pc:docMk/>
            <pc:sldMk cId="0" sldId="257"/>
            <ac:spMk id="14" creationId="{00000000-0000-0000-0000-000000000000}"/>
          </ac:spMkLst>
        </pc:spChg>
        <pc:spChg chg="mod">
          <ac:chgData name="태완 김" userId="64ca4ebae4e5880f" providerId="LiveId" clId="{D1FA6DB6-9DA9-4E3A-8CA4-7E95E0A955DB}" dt="2026-03-20T06:57:16.030" v="668" actId="1035"/>
          <ac:spMkLst>
            <pc:docMk/>
            <pc:sldMk cId="0" sldId="257"/>
            <ac:spMk id="15" creationId="{00000000-0000-0000-0000-000000000000}"/>
          </ac:spMkLst>
        </pc:spChg>
        <pc:spChg chg="mod">
          <ac:chgData name="태완 김" userId="64ca4ebae4e5880f" providerId="LiveId" clId="{D1FA6DB6-9DA9-4E3A-8CA4-7E95E0A955DB}" dt="2026-03-20T07:03:38.997" v="711" actId="1410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태완 김" userId="64ca4ebae4e5880f" providerId="LiveId" clId="{D1FA6DB6-9DA9-4E3A-8CA4-7E95E0A955DB}" dt="2026-03-20T06:59:45.536" v="702" actId="1038"/>
          <ac:spMkLst>
            <pc:docMk/>
            <pc:sldMk cId="0" sldId="257"/>
            <ac:spMk id="17" creationId="{00000000-0000-0000-0000-000000000000}"/>
          </ac:spMkLst>
        </pc:spChg>
        <pc:spChg chg="mod">
          <ac:chgData name="태완 김" userId="64ca4ebae4e5880f" providerId="LiveId" clId="{D1FA6DB6-9DA9-4E3A-8CA4-7E95E0A955DB}" dt="2026-03-20T06:59:36.724" v="692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태완 김" userId="64ca4ebae4e5880f" providerId="LiveId" clId="{D1FA6DB6-9DA9-4E3A-8CA4-7E95E0A955DB}" dt="2026-03-20T07:21:13.877" v="1134" actId="103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태완 김" userId="64ca4ebae4e5880f" providerId="LiveId" clId="{D1FA6DB6-9DA9-4E3A-8CA4-7E95E0A955DB}" dt="2026-03-20T07:21:13.877" v="1134" actId="1036"/>
          <ac:spMkLst>
            <pc:docMk/>
            <pc:sldMk cId="0" sldId="257"/>
            <ac:spMk id="20" creationId="{00000000-0000-0000-0000-000000000000}"/>
          </ac:spMkLst>
        </pc:spChg>
        <pc:spChg chg="del mod">
          <ac:chgData name="태완 김" userId="64ca4ebae4e5880f" providerId="LiveId" clId="{D1FA6DB6-9DA9-4E3A-8CA4-7E95E0A955DB}" dt="2026-03-20T06:58:31.419" v="677" actId="478"/>
          <ac:spMkLst>
            <pc:docMk/>
            <pc:sldMk cId="0" sldId="257"/>
            <ac:spMk id="21" creationId="{00000000-0000-0000-0000-000000000000}"/>
          </ac:spMkLst>
        </pc:spChg>
        <pc:spChg chg="mod">
          <ac:chgData name="태완 김" userId="64ca4ebae4e5880f" providerId="LiveId" clId="{D1FA6DB6-9DA9-4E3A-8CA4-7E95E0A955DB}" dt="2026-03-20T07:06:01.313" v="809" actId="1038"/>
          <ac:spMkLst>
            <pc:docMk/>
            <pc:sldMk cId="0" sldId="257"/>
            <ac:spMk id="22" creationId="{00000000-0000-0000-0000-000000000000}"/>
          </ac:spMkLst>
        </pc:spChg>
        <pc:spChg chg="mod">
          <ac:chgData name="태완 김" userId="64ca4ebae4e5880f" providerId="LiveId" clId="{D1FA6DB6-9DA9-4E3A-8CA4-7E95E0A955DB}" dt="2026-03-20T07:21:13.877" v="1134" actId="103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태완 김" userId="64ca4ebae4e5880f" providerId="LiveId" clId="{D1FA6DB6-9DA9-4E3A-8CA4-7E95E0A955DB}" dt="2026-03-20T07:06:01.313" v="809" actId="1038"/>
          <ac:spMkLst>
            <pc:docMk/>
            <pc:sldMk cId="0" sldId="257"/>
            <ac:spMk id="24" creationId="{00000000-0000-0000-0000-000000000000}"/>
          </ac:spMkLst>
        </pc:spChg>
        <pc:spChg chg="mod">
          <ac:chgData name="태완 김" userId="64ca4ebae4e5880f" providerId="LiveId" clId="{D1FA6DB6-9DA9-4E3A-8CA4-7E95E0A955DB}" dt="2026-03-20T07:00:11.837" v="704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태완 김" userId="64ca4ebae4e5880f" providerId="LiveId" clId="{D1FA6DB6-9DA9-4E3A-8CA4-7E95E0A955DB}" dt="2026-03-20T07:21:13.877" v="1134" actId="103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태완 김" userId="64ca4ebae4e5880f" providerId="LiveId" clId="{D1FA6DB6-9DA9-4E3A-8CA4-7E95E0A955DB}" dt="2026-03-20T07:21:13.877" v="1134" actId="103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태완 김" userId="64ca4ebae4e5880f" providerId="LiveId" clId="{D1FA6DB6-9DA9-4E3A-8CA4-7E95E0A955DB}" dt="2026-03-20T07:00:11.837" v="704" actId="107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태완 김" userId="64ca4ebae4e5880f" providerId="LiveId" clId="{D1FA6DB6-9DA9-4E3A-8CA4-7E95E0A955DB}" dt="2026-03-20T06:57:16.030" v="668" actId="1035"/>
          <ac:spMkLst>
            <pc:docMk/>
            <pc:sldMk cId="0" sldId="257"/>
            <ac:spMk id="29" creationId="{00000000-0000-0000-0000-000000000000}"/>
          </ac:spMkLst>
        </pc:spChg>
        <pc:spChg chg="mod">
          <ac:chgData name="태완 김" userId="64ca4ebae4e5880f" providerId="LiveId" clId="{D1FA6DB6-9DA9-4E3A-8CA4-7E95E0A955DB}" dt="2026-03-20T06:57:16.030" v="668" actId="1035"/>
          <ac:spMkLst>
            <pc:docMk/>
            <pc:sldMk cId="0" sldId="257"/>
            <ac:spMk id="30" creationId="{00000000-0000-0000-0000-000000000000}"/>
          </ac:spMkLst>
        </pc:spChg>
        <pc:spChg chg="mod">
          <ac:chgData name="태완 김" userId="64ca4ebae4e5880f" providerId="LiveId" clId="{D1FA6DB6-9DA9-4E3A-8CA4-7E95E0A955DB}" dt="2026-03-20T07:06:01.313" v="809" actId="1038"/>
          <ac:spMkLst>
            <pc:docMk/>
            <pc:sldMk cId="0" sldId="257"/>
            <ac:spMk id="31" creationId="{00000000-0000-0000-0000-000000000000}"/>
          </ac:spMkLst>
        </pc:spChg>
        <pc:spChg chg="mod">
          <ac:chgData name="태완 김" userId="64ca4ebae4e5880f" providerId="LiveId" clId="{D1FA6DB6-9DA9-4E3A-8CA4-7E95E0A955DB}" dt="2026-03-20T07:06:01.313" v="809" actId="1038"/>
          <ac:spMkLst>
            <pc:docMk/>
            <pc:sldMk cId="0" sldId="257"/>
            <ac:spMk id="32" creationId="{00000000-0000-0000-0000-000000000000}"/>
          </ac:spMkLst>
        </pc:spChg>
        <pc:spChg chg="mod">
          <ac:chgData name="태완 김" userId="64ca4ebae4e5880f" providerId="LiveId" clId="{D1FA6DB6-9DA9-4E3A-8CA4-7E95E0A955DB}" dt="2026-03-20T07:21:13.877" v="1134" actId="103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태완 김" userId="64ca4ebae4e5880f" providerId="LiveId" clId="{D1FA6DB6-9DA9-4E3A-8CA4-7E95E0A955DB}" dt="2026-03-20T07:32:15.907" v="1218" actId="107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태완 김" userId="64ca4ebae4e5880f" providerId="LiveId" clId="{D1FA6DB6-9DA9-4E3A-8CA4-7E95E0A955DB}" dt="2026-03-20T07:07:23.924" v="952" actId="1038"/>
          <ac:spMkLst>
            <pc:docMk/>
            <pc:sldMk cId="0" sldId="257"/>
            <ac:spMk id="35" creationId="{00000000-0000-0000-0000-000000000000}"/>
          </ac:spMkLst>
        </pc:spChg>
        <pc:spChg chg="mod">
          <ac:chgData name="태완 김" userId="64ca4ebae4e5880f" providerId="LiveId" clId="{D1FA6DB6-9DA9-4E3A-8CA4-7E95E0A955DB}" dt="2026-03-20T07:21:13.877" v="1134" actId="1036"/>
          <ac:spMkLst>
            <pc:docMk/>
            <pc:sldMk cId="0" sldId="257"/>
            <ac:spMk id="36" creationId="{00000000-0000-0000-0000-000000000000}"/>
          </ac:spMkLst>
        </pc:spChg>
        <pc:spChg chg="mod">
          <ac:chgData name="태완 김" userId="64ca4ebae4e5880f" providerId="LiveId" clId="{D1FA6DB6-9DA9-4E3A-8CA4-7E95E0A955DB}" dt="2026-03-20T07:31:43.393" v="1206" actId="1036"/>
          <ac:spMkLst>
            <pc:docMk/>
            <pc:sldMk cId="0" sldId="257"/>
            <ac:spMk id="37" creationId="{00000000-0000-0000-0000-000000000000}"/>
          </ac:spMkLst>
        </pc:spChg>
        <pc:spChg chg="mod">
          <ac:chgData name="태완 김" userId="64ca4ebae4e5880f" providerId="LiveId" clId="{D1FA6DB6-9DA9-4E3A-8CA4-7E95E0A955DB}" dt="2026-03-20T06:57:04.608" v="624" actId="103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태완 김" userId="64ca4ebae4e5880f" providerId="LiveId" clId="{D1FA6DB6-9DA9-4E3A-8CA4-7E95E0A955DB}" dt="2026-03-20T06:57:04.608" v="624" actId="1037"/>
          <ac:spMkLst>
            <pc:docMk/>
            <pc:sldMk cId="0" sldId="257"/>
            <ac:spMk id="39" creationId="{00000000-0000-0000-0000-000000000000}"/>
          </ac:spMkLst>
        </pc:spChg>
        <pc:spChg chg="mod">
          <ac:chgData name="태완 김" userId="64ca4ebae4e5880f" providerId="LiveId" clId="{D1FA6DB6-9DA9-4E3A-8CA4-7E95E0A955DB}" dt="2026-03-20T06:57:04.608" v="624" actId="1037"/>
          <ac:spMkLst>
            <pc:docMk/>
            <pc:sldMk cId="0" sldId="257"/>
            <ac:spMk id="40" creationId="{00000000-0000-0000-0000-000000000000}"/>
          </ac:spMkLst>
        </pc:spChg>
        <pc:spChg chg="add mod">
          <ac:chgData name="태완 김" userId="64ca4ebae4e5880f" providerId="LiveId" clId="{D1FA6DB6-9DA9-4E3A-8CA4-7E95E0A955DB}" dt="2026-03-20T07:30:33.774" v="1185" actId="571"/>
          <ac:spMkLst>
            <pc:docMk/>
            <pc:sldMk cId="0" sldId="257"/>
            <ac:spMk id="42" creationId="{FEBACA79-37D4-F04C-4473-4B6CA6D07C6D}"/>
          </ac:spMkLst>
        </pc:spChg>
        <pc:spChg chg="add mod ord">
          <ac:chgData name="태완 김" userId="64ca4ebae4e5880f" providerId="LiveId" clId="{D1FA6DB6-9DA9-4E3A-8CA4-7E95E0A955DB}" dt="2026-03-20T07:32:10.413" v="1216" actId="1076"/>
          <ac:spMkLst>
            <pc:docMk/>
            <pc:sldMk cId="0" sldId="257"/>
            <ac:spMk id="100" creationId="{8507B6CF-9F7A-0CC0-CF26-D6030090ADFD}"/>
          </ac:spMkLst>
        </pc:spChg>
        <pc:spChg chg="del">
          <ac:chgData name="태완 김" userId="64ca4ebae4e5880f" providerId="LiveId" clId="{D1FA6DB6-9DA9-4E3A-8CA4-7E95E0A955DB}" dt="2026-03-20T07:17:58.625" v="1038" actId="478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태완 김" userId="64ca4ebae4e5880f" providerId="LiveId" clId="{D1FA6DB6-9DA9-4E3A-8CA4-7E95E0A955DB}" dt="2026-03-20T07:24:09.216" v="1175" actId="6549"/>
          <ac:spMkLst>
            <pc:docMk/>
            <pc:sldMk cId="0" sldId="257"/>
            <ac:spMk id="102" creationId="{00000000-0000-0000-0000-000000000000}"/>
          </ac:spMkLst>
        </pc:spChg>
        <pc:spChg chg="del">
          <ac:chgData name="태완 김" userId="64ca4ebae4e5880f" providerId="LiveId" clId="{D1FA6DB6-9DA9-4E3A-8CA4-7E95E0A955DB}" dt="2026-03-20T07:18:03.311" v="1039" actId="478"/>
          <ac:spMkLst>
            <pc:docMk/>
            <pc:sldMk cId="0" sldId="257"/>
            <ac:spMk id="106" creationId="{00000000-0000-0000-0000-000000000000}"/>
          </ac:spMkLst>
        </pc:spChg>
        <pc:spChg chg="del">
          <ac:chgData name="태완 김" userId="64ca4ebae4e5880f" providerId="LiveId" clId="{D1FA6DB6-9DA9-4E3A-8CA4-7E95E0A955DB}" dt="2026-03-20T07:18:03.311" v="1039" actId="478"/>
          <ac:spMkLst>
            <pc:docMk/>
            <pc:sldMk cId="0" sldId="257"/>
            <ac:spMk id="108" creationId="{00000000-0000-0000-0000-000000000000}"/>
          </ac:spMkLst>
        </pc:spChg>
        <pc:spChg chg="del">
          <ac:chgData name="태완 김" userId="64ca4ebae4e5880f" providerId="LiveId" clId="{D1FA6DB6-9DA9-4E3A-8CA4-7E95E0A955DB}" dt="2026-03-20T07:18:03.311" v="1039" actId="478"/>
          <ac:spMkLst>
            <pc:docMk/>
            <pc:sldMk cId="0" sldId="257"/>
            <ac:spMk id="109" creationId="{00000000-0000-0000-0000-000000000000}"/>
          </ac:spMkLst>
        </pc:spChg>
        <pc:spChg chg="del">
          <ac:chgData name="태완 김" userId="64ca4ebae4e5880f" providerId="LiveId" clId="{D1FA6DB6-9DA9-4E3A-8CA4-7E95E0A955DB}" dt="2026-03-20T07:18:03.311" v="1039" actId="478"/>
          <ac:spMkLst>
            <pc:docMk/>
            <pc:sldMk cId="0" sldId="257"/>
            <ac:spMk id="110" creationId="{00000000-0000-0000-0000-000000000000}"/>
          </ac:spMkLst>
        </pc:spChg>
        <pc:spChg chg="del">
          <ac:chgData name="태완 김" userId="64ca4ebae4e5880f" providerId="LiveId" clId="{D1FA6DB6-9DA9-4E3A-8CA4-7E95E0A955DB}" dt="2026-03-20T07:18:03.311" v="1039" actId="478"/>
          <ac:spMkLst>
            <pc:docMk/>
            <pc:sldMk cId="0" sldId="257"/>
            <ac:spMk id="111" creationId="{00000000-0000-0000-0000-000000000000}"/>
          </ac:spMkLst>
        </pc:spChg>
        <pc:spChg chg="del">
          <ac:chgData name="태완 김" userId="64ca4ebae4e5880f" providerId="LiveId" clId="{D1FA6DB6-9DA9-4E3A-8CA4-7E95E0A955DB}" dt="2026-03-20T07:18:03.311" v="1039" actId="478"/>
          <ac:spMkLst>
            <pc:docMk/>
            <pc:sldMk cId="0" sldId="257"/>
            <ac:spMk id="112" creationId="{00000000-0000-0000-0000-000000000000}"/>
          </ac:spMkLst>
        </pc:spChg>
        <pc:spChg chg="del">
          <ac:chgData name="태완 김" userId="64ca4ebae4e5880f" providerId="LiveId" clId="{D1FA6DB6-9DA9-4E3A-8CA4-7E95E0A955DB}" dt="2026-03-20T07:18:03.311" v="1039" actId="478"/>
          <ac:spMkLst>
            <pc:docMk/>
            <pc:sldMk cId="0" sldId="257"/>
            <ac:spMk id="115" creationId="{00000000-0000-0000-0000-000000000000}"/>
          </ac:spMkLst>
        </pc:spChg>
        <pc:spChg chg="del">
          <ac:chgData name="태완 김" userId="64ca4ebae4e5880f" providerId="LiveId" clId="{D1FA6DB6-9DA9-4E3A-8CA4-7E95E0A955DB}" dt="2026-03-20T07:18:03.311" v="1039" actId="478"/>
          <ac:spMkLst>
            <pc:docMk/>
            <pc:sldMk cId="0" sldId="257"/>
            <ac:spMk id="117" creationId="{00000000-0000-0000-0000-000000000000}"/>
          </ac:spMkLst>
        </pc:spChg>
        <pc:spChg chg="del">
          <ac:chgData name="태완 김" userId="64ca4ebae4e5880f" providerId="LiveId" clId="{D1FA6DB6-9DA9-4E3A-8CA4-7E95E0A955DB}" dt="2026-03-20T07:18:03.311" v="1039" actId="478"/>
          <ac:spMkLst>
            <pc:docMk/>
            <pc:sldMk cId="0" sldId="257"/>
            <ac:spMk id="118" creationId="{00000000-0000-0000-0000-000000000000}"/>
          </ac:spMkLst>
        </pc:spChg>
        <pc:spChg chg="del">
          <ac:chgData name="태완 김" userId="64ca4ebae4e5880f" providerId="LiveId" clId="{D1FA6DB6-9DA9-4E3A-8CA4-7E95E0A955DB}" dt="2026-03-20T07:18:03.311" v="1039" actId="478"/>
          <ac:spMkLst>
            <pc:docMk/>
            <pc:sldMk cId="0" sldId="257"/>
            <ac:spMk id="120" creationId="{00000000-0000-0000-0000-000000000000}"/>
          </ac:spMkLst>
        </pc:spChg>
        <pc:cxnChg chg="add">
          <ac:chgData name="태완 김" userId="64ca4ebae4e5880f" providerId="LiveId" clId="{D1FA6DB6-9DA9-4E3A-8CA4-7E95E0A955DB}" dt="2026-03-20T08:58:28.898" v="1314" actId="11529"/>
          <ac:cxnSpMkLst>
            <pc:docMk/>
            <pc:sldMk cId="0" sldId="257"/>
            <ac:cxnSpMk id="41" creationId="{8BD9C01E-590E-EE26-7E03-22B31DF175F2}"/>
          </ac:cxnSpMkLst>
        </pc:cxnChg>
        <pc:cxnChg chg="add del mod">
          <ac:chgData name="태완 김" userId="64ca4ebae4e5880f" providerId="LiveId" clId="{D1FA6DB6-9DA9-4E3A-8CA4-7E95E0A955DB}" dt="2026-03-20T08:29:52.968" v="1222" actId="478"/>
          <ac:cxnSpMkLst>
            <pc:docMk/>
            <pc:sldMk cId="0" sldId="257"/>
            <ac:cxnSpMk id="41" creationId="{F5555AED-D98D-6AC5-1D46-BCCEDA5A8AC8}"/>
          </ac:cxnSpMkLst>
        </pc:cxnChg>
        <pc:cxnChg chg="add del mod">
          <ac:chgData name="태완 김" userId="64ca4ebae4e5880f" providerId="LiveId" clId="{D1FA6DB6-9DA9-4E3A-8CA4-7E95E0A955DB}" dt="2026-03-20T06:38:03.809" v="242" actId="478"/>
          <ac:cxnSpMkLst>
            <pc:docMk/>
            <pc:sldMk cId="0" sldId="257"/>
            <ac:cxnSpMk id="42" creationId="{A3574E86-2D06-91E5-A74B-5D2A365DA2CD}"/>
          </ac:cxnSpMkLst>
        </pc:cxnChg>
        <pc:cxnChg chg="add del mod">
          <ac:chgData name="태완 김" userId="64ca4ebae4e5880f" providerId="LiveId" clId="{D1FA6DB6-9DA9-4E3A-8CA4-7E95E0A955DB}" dt="2026-03-20T08:58:36.056" v="1316" actId="478"/>
          <ac:cxnSpMkLst>
            <pc:docMk/>
            <pc:sldMk cId="0" sldId="257"/>
            <ac:cxnSpMk id="43" creationId="{117BF5F3-97EC-2E67-F1B2-EBEB270D0B91}"/>
          </ac:cxnSpMkLst>
        </pc:cxnChg>
        <pc:cxnChg chg="add">
          <ac:chgData name="태완 김" userId="64ca4ebae4e5880f" providerId="LiveId" clId="{D1FA6DB6-9DA9-4E3A-8CA4-7E95E0A955DB}" dt="2026-03-20T08:29:58.648" v="1223" actId="11529"/>
          <ac:cxnSpMkLst>
            <pc:docMk/>
            <pc:sldMk cId="0" sldId="257"/>
            <ac:cxnSpMk id="43" creationId="{2B5E4A3C-BAE0-4C94-3EEB-1E9AD12AB6F4}"/>
          </ac:cxnSpMkLst>
        </pc:cxnChg>
        <pc:cxnChg chg="add mod">
          <ac:chgData name="태완 김" userId="64ca4ebae4e5880f" providerId="LiveId" clId="{D1FA6DB6-9DA9-4E3A-8CA4-7E95E0A955DB}" dt="2026-03-20T07:30:33.774" v="1185" actId="571"/>
          <ac:cxnSpMkLst>
            <pc:docMk/>
            <pc:sldMk cId="0" sldId="257"/>
            <ac:cxnSpMk id="43" creationId="{D2FE7858-6F32-B765-7913-9F8EA5E62D39}"/>
          </ac:cxnSpMkLst>
        </pc:cxnChg>
        <pc:cxnChg chg="add mod">
          <ac:chgData name="태완 김" userId="64ca4ebae4e5880f" providerId="LiveId" clId="{D1FA6DB6-9DA9-4E3A-8CA4-7E95E0A955DB}" dt="2026-03-20T08:30:39.884" v="1259" actId="1038"/>
          <ac:cxnSpMkLst>
            <pc:docMk/>
            <pc:sldMk cId="0" sldId="257"/>
            <ac:cxnSpMk id="44" creationId="{03EB263F-61A4-DACE-1B8F-9A8A767380D0}"/>
          </ac:cxnSpMkLst>
        </pc:cxnChg>
        <pc:cxnChg chg="add del mod">
          <ac:chgData name="태완 김" userId="64ca4ebae4e5880f" providerId="LiveId" clId="{D1FA6DB6-9DA9-4E3A-8CA4-7E95E0A955DB}" dt="2026-03-20T07:31:55.077" v="1208" actId="478"/>
          <ac:cxnSpMkLst>
            <pc:docMk/>
            <pc:sldMk cId="0" sldId="257"/>
            <ac:cxnSpMk id="45" creationId="{88C0E46F-2DDF-84EF-5E51-D2C2E097A645}"/>
          </ac:cxnSpMkLst>
        </pc:cxnChg>
        <pc:cxnChg chg="add mod">
          <ac:chgData name="태완 김" userId="64ca4ebae4e5880f" providerId="LiveId" clId="{D1FA6DB6-9DA9-4E3A-8CA4-7E95E0A955DB}" dt="2026-03-20T08:30:39.884" v="1259" actId="1038"/>
          <ac:cxnSpMkLst>
            <pc:docMk/>
            <pc:sldMk cId="0" sldId="257"/>
            <ac:cxnSpMk id="46" creationId="{EDB09997-04F2-153A-0F4F-B12737A5DA18}"/>
          </ac:cxnSpMkLst>
        </pc:cxnChg>
        <pc:cxnChg chg="add">
          <ac:chgData name="태완 김" userId="64ca4ebae4e5880f" providerId="LiveId" clId="{D1FA6DB6-9DA9-4E3A-8CA4-7E95E0A955DB}" dt="2026-03-20T08:58:42.180" v="1317" actId="11529"/>
          <ac:cxnSpMkLst>
            <pc:docMk/>
            <pc:sldMk cId="0" sldId="257"/>
            <ac:cxnSpMk id="47" creationId="{EBD7187F-9C87-EC8D-4832-DE34AA98DECA}"/>
          </ac:cxnSpMkLst>
        </pc:cxnChg>
        <pc:cxnChg chg="add">
          <ac:chgData name="태완 김" userId="64ca4ebae4e5880f" providerId="LiveId" clId="{D1FA6DB6-9DA9-4E3A-8CA4-7E95E0A955DB}" dt="2026-03-20T08:59:22.963" v="1322" actId="11529"/>
          <ac:cxnSpMkLst>
            <pc:docMk/>
            <pc:sldMk cId="0" sldId="257"/>
            <ac:cxnSpMk id="49" creationId="{E00F2FCA-52FA-0827-D776-D656FDC23DD1}"/>
          </ac:cxnSpMkLst>
        </pc:cxnChg>
        <pc:cxnChg chg="add mod">
          <ac:chgData name="태완 김" userId="64ca4ebae4e5880f" providerId="LiveId" clId="{D1FA6DB6-9DA9-4E3A-8CA4-7E95E0A955DB}" dt="2026-03-20T08:30:39.884" v="1259" actId="1038"/>
          <ac:cxnSpMkLst>
            <pc:docMk/>
            <pc:sldMk cId="0" sldId="257"/>
            <ac:cxnSpMk id="50" creationId="{C2516AE7-173C-E39D-545E-CD6C8DBA3607}"/>
          </ac:cxnSpMkLst>
        </pc:cxnChg>
        <pc:cxnChg chg="add mod">
          <ac:chgData name="태완 김" userId="64ca4ebae4e5880f" providerId="LiveId" clId="{D1FA6DB6-9DA9-4E3A-8CA4-7E95E0A955DB}" dt="2026-03-20T07:32:15.907" v="1218" actId="1076"/>
          <ac:cxnSpMkLst>
            <pc:docMk/>
            <pc:sldMk cId="0" sldId="257"/>
            <ac:cxnSpMk id="56" creationId="{26BF322D-68B9-3517-9004-929058BC362A}"/>
          </ac:cxnSpMkLst>
        </pc:cxnChg>
        <pc:cxnChg chg="add">
          <ac:chgData name="태완 김" userId="64ca4ebae4e5880f" providerId="LiveId" clId="{D1FA6DB6-9DA9-4E3A-8CA4-7E95E0A955DB}" dt="2026-03-20T07:32:26.652" v="1219" actId="11529"/>
          <ac:cxnSpMkLst>
            <pc:docMk/>
            <pc:sldMk cId="0" sldId="257"/>
            <ac:cxnSpMk id="60" creationId="{B80EB1DA-4859-5156-FCF6-28143308C9AB}"/>
          </ac:cxnSpMkLst>
        </pc:cxnChg>
        <pc:cxnChg chg="add del mod">
          <ac:chgData name="태완 김" userId="64ca4ebae4e5880f" providerId="LiveId" clId="{D1FA6DB6-9DA9-4E3A-8CA4-7E95E0A955DB}" dt="2026-03-20T06:41:53.349" v="355" actId="11529"/>
          <ac:cxnSpMkLst>
            <pc:docMk/>
            <pc:sldMk cId="0" sldId="257"/>
            <ac:cxnSpMk id="60" creationId="{C24E4133-6F65-E955-BA0C-480388291B8E}"/>
          </ac:cxnSpMkLst>
        </pc:cxnChg>
        <pc:cxnChg chg="add del">
          <ac:chgData name="태완 김" userId="64ca4ebae4e5880f" providerId="LiveId" clId="{D1FA6DB6-9DA9-4E3A-8CA4-7E95E0A955DB}" dt="2026-03-20T06:42:30.090" v="363" actId="478"/>
          <ac:cxnSpMkLst>
            <pc:docMk/>
            <pc:sldMk cId="0" sldId="257"/>
            <ac:cxnSpMk id="62" creationId="{01F10BE0-0BC0-E73A-3356-6E04A4978E2F}"/>
          </ac:cxnSpMkLst>
        </pc:cxnChg>
        <pc:cxnChg chg="add mod">
          <ac:chgData name="태완 김" userId="64ca4ebae4e5880f" providerId="LiveId" clId="{D1FA6DB6-9DA9-4E3A-8CA4-7E95E0A955DB}" dt="2026-03-20T06:43:16.840" v="489" actId="1035"/>
          <ac:cxnSpMkLst>
            <pc:docMk/>
            <pc:sldMk cId="0" sldId="257"/>
            <ac:cxnSpMk id="64" creationId="{5164D73B-93F2-4642-5FE8-F05C5030D6B3}"/>
          </ac:cxnSpMkLst>
        </pc:cxnChg>
        <pc:cxnChg chg="add mod">
          <ac:chgData name="태완 김" userId="64ca4ebae4e5880f" providerId="LiveId" clId="{D1FA6DB6-9DA9-4E3A-8CA4-7E95E0A955DB}" dt="2026-03-20T06:43:16.840" v="489" actId="1035"/>
          <ac:cxnSpMkLst>
            <pc:docMk/>
            <pc:sldMk cId="0" sldId="257"/>
            <ac:cxnSpMk id="66" creationId="{0A9E8413-0350-4F78-A3E2-B4518F3963EA}"/>
          </ac:cxnSpMkLst>
        </pc:cxnChg>
        <pc:cxnChg chg="add mod">
          <ac:chgData name="태완 김" userId="64ca4ebae4e5880f" providerId="LiveId" clId="{D1FA6DB6-9DA9-4E3A-8CA4-7E95E0A955DB}" dt="2026-03-20T06:53:15.725" v="513" actId="1037"/>
          <ac:cxnSpMkLst>
            <pc:docMk/>
            <pc:sldMk cId="0" sldId="257"/>
            <ac:cxnSpMk id="68" creationId="{5AE43290-4AB7-1606-E1FE-10E5BDD967B7}"/>
          </ac:cxnSpMkLst>
        </pc:cxnChg>
        <pc:cxnChg chg="add mod">
          <ac:chgData name="태완 김" userId="64ca4ebae4e5880f" providerId="LiveId" clId="{D1FA6DB6-9DA9-4E3A-8CA4-7E95E0A955DB}" dt="2026-03-20T06:53:57.318" v="552" actId="14100"/>
          <ac:cxnSpMkLst>
            <pc:docMk/>
            <pc:sldMk cId="0" sldId="257"/>
            <ac:cxnSpMk id="70" creationId="{710BB704-FDE0-295A-5491-B56FCEC542E7}"/>
          </ac:cxnSpMkLst>
        </pc:cxnChg>
        <pc:cxnChg chg="add">
          <ac:chgData name="태완 김" userId="64ca4ebae4e5880f" providerId="LiveId" clId="{D1FA6DB6-9DA9-4E3A-8CA4-7E95E0A955DB}" dt="2026-03-20T06:57:25.520" v="669" actId="11529"/>
          <ac:cxnSpMkLst>
            <pc:docMk/>
            <pc:sldMk cId="0" sldId="257"/>
            <ac:cxnSpMk id="73" creationId="{29FD4A49-13FD-4A36-2244-AE757E20C812}"/>
          </ac:cxnSpMkLst>
        </pc:cxnChg>
        <pc:cxnChg chg="add">
          <ac:chgData name="태완 김" userId="64ca4ebae4e5880f" providerId="LiveId" clId="{D1FA6DB6-9DA9-4E3A-8CA4-7E95E0A955DB}" dt="2026-03-20T06:57:33.117" v="670" actId="11529"/>
          <ac:cxnSpMkLst>
            <pc:docMk/>
            <pc:sldMk cId="0" sldId="257"/>
            <ac:cxnSpMk id="75" creationId="{181151B0-3A9A-135F-CFE0-C7BDB8D315D4}"/>
          </ac:cxnSpMkLst>
        </pc:cxnChg>
        <pc:cxnChg chg="add del mod">
          <ac:chgData name="태완 김" userId="64ca4ebae4e5880f" providerId="LiveId" clId="{D1FA6DB6-9DA9-4E3A-8CA4-7E95E0A955DB}" dt="2026-03-20T06:57:43.441" v="672" actId="478"/>
          <ac:cxnSpMkLst>
            <pc:docMk/>
            <pc:sldMk cId="0" sldId="257"/>
            <ac:cxnSpMk id="77" creationId="{58E76617-B157-88A1-413E-AD1BD90CA286}"/>
          </ac:cxnSpMkLst>
        </pc:cxnChg>
        <pc:cxnChg chg="add">
          <ac:chgData name="태완 김" userId="64ca4ebae4e5880f" providerId="LiveId" clId="{D1FA6DB6-9DA9-4E3A-8CA4-7E95E0A955DB}" dt="2026-03-20T06:57:53.197" v="673" actId="11529"/>
          <ac:cxnSpMkLst>
            <pc:docMk/>
            <pc:sldMk cId="0" sldId="257"/>
            <ac:cxnSpMk id="79" creationId="{43A6AC70-2800-E718-F9C5-2CA70311D767}"/>
          </ac:cxnSpMkLst>
        </pc:cxnChg>
        <pc:cxnChg chg="add">
          <ac:chgData name="태완 김" userId="64ca4ebae4e5880f" providerId="LiveId" clId="{D1FA6DB6-9DA9-4E3A-8CA4-7E95E0A955DB}" dt="2026-03-20T06:57:59.663" v="674" actId="11529"/>
          <ac:cxnSpMkLst>
            <pc:docMk/>
            <pc:sldMk cId="0" sldId="257"/>
            <ac:cxnSpMk id="81" creationId="{620EB151-1268-6C36-E58B-0A12AC6B9D79}"/>
          </ac:cxnSpMkLst>
        </pc:cxnChg>
        <pc:cxnChg chg="add">
          <ac:chgData name="태완 김" userId="64ca4ebae4e5880f" providerId="LiveId" clId="{D1FA6DB6-9DA9-4E3A-8CA4-7E95E0A955DB}" dt="2026-03-20T06:58:11.422" v="675" actId="11529"/>
          <ac:cxnSpMkLst>
            <pc:docMk/>
            <pc:sldMk cId="0" sldId="257"/>
            <ac:cxnSpMk id="83" creationId="{31663ABA-469E-538F-3F8F-537E38A94B45}"/>
          </ac:cxnSpMkLst>
        </pc:cxnChg>
        <pc:cxnChg chg="add">
          <ac:chgData name="태완 김" userId="64ca4ebae4e5880f" providerId="LiveId" clId="{D1FA6DB6-9DA9-4E3A-8CA4-7E95E0A955DB}" dt="2026-03-20T06:58:18.099" v="676" actId="11529"/>
          <ac:cxnSpMkLst>
            <pc:docMk/>
            <pc:sldMk cId="0" sldId="257"/>
            <ac:cxnSpMk id="85" creationId="{38467DBD-06EA-4E51-11FD-FB905A047A3C}"/>
          </ac:cxnSpMkLst>
        </pc:cxnChg>
        <pc:cxnChg chg="add mod">
          <ac:chgData name="태완 김" userId="64ca4ebae4e5880f" providerId="LiveId" clId="{D1FA6DB6-9DA9-4E3A-8CA4-7E95E0A955DB}" dt="2026-03-20T06:59:36.724" v="692" actId="1076"/>
          <ac:cxnSpMkLst>
            <pc:docMk/>
            <pc:sldMk cId="0" sldId="257"/>
            <ac:cxnSpMk id="87" creationId="{0B149641-E66C-FC8F-C31F-9D07E367D7B3}"/>
          </ac:cxnSpMkLst>
        </pc:cxnChg>
        <pc:cxnChg chg="add mod">
          <ac:chgData name="태완 김" userId="64ca4ebae4e5880f" providerId="LiveId" clId="{D1FA6DB6-9DA9-4E3A-8CA4-7E95E0A955DB}" dt="2026-03-20T06:59:36.724" v="692" actId="1076"/>
          <ac:cxnSpMkLst>
            <pc:docMk/>
            <pc:sldMk cId="0" sldId="257"/>
            <ac:cxnSpMk id="89" creationId="{565E175E-3D71-9B93-0CDE-4E1A9BCE339C}"/>
          </ac:cxnSpMkLst>
        </pc:cxnChg>
        <pc:cxnChg chg="add mod">
          <ac:chgData name="태완 김" userId="64ca4ebae4e5880f" providerId="LiveId" clId="{D1FA6DB6-9DA9-4E3A-8CA4-7E95E0A955DB}" dt="2026-03-20T07:03:38.997" v="711" actId="14100"/>
          <ac:cxnSpMkLst>
            <pc:docMk/>
            <pc:sldMk cId="0" sldId="257"/>
            <ac:cxnSpMk id="91" creationId="{BF6DA009-E248-F039-32E5-3C284EB2B702}"/>
          </ac:cxnSpMkLst>
        </pc:cxnChg>
        <pc:cxnChg chg="add del mod">
          <ac:chgData name="태완 김" userId="64ca4ebae4e5880f" providerId="LiveId" clId="{D1FA6DB6-9DA9-4E3A-8CA4-7E95E0A955DB}" dt="2026-03-20T07:03:05.465" v="706" actId="478"/>
          <ac:cxnSpMkLst>
            <pc:docMk/>
            <pc:sldMk cId="0" sldId="257"/>
            <ac:cxnSpMk id="93" creationId="{8B43031E-EE99-1F65-00C1-B24221BF287A}"/>
          </ac:cxnSpMkLst>
        </pc:cxnChg>
        <pc:cxnChg chg="add del mod">
          <ac:chgData name="태완 김" userId="64ca4ebae4e5880f" providerId="LiveId" clId="{D1FA6DB6-9DA9-4E3A-8CA4-7E95E0A955DB}" dt="2026-03-20T07:03:19.710" v="709" actId="478"/>
          <ac:cxnSpMkLst>
            <pc:docMk/>
            <pc:sldMk cId="0" sldId="257"/>
            <ac:cxnSpMk id="95" creationId="{4BC4D925-55C8-982D-1DEC-EF67A060DCE2}"/>
          </ac:cxnSpMkLst>
        </pc:cxnChg>
        <pc:cxnChg chg="add mod">
          <ac:chgData name="태완 김" userId="64ca4ebae4e5880f" providerId="LiveId" clId="{D1FA6DB6-9DA9-4E3A-8CA4-7E95E0A955DB}" dt="2026-03-20T07:07:51.876" v="1036" actId="14100"/>
          <ac:cxnSpMkLst>
            <pc:docMk/>
            <pc:sldMk cId="0" sldId="257"/>
            <ac:cxnSpMk id="97" creationId="{FDD8CA6F-3123-2268-48A8-DC13D38F7B64}"/>
          </ac:cxnSpMkLst>
        </pc:cxnChg>
        <pc:cxnChg chg="del mod">
          <ac:chgData name="태완 김" userId="64ca4ebae4e5880f" providerId="LiveId" clId="{D1FA6DB6-9DA9-4E3A-8CA4-7E95E0A955DB}" dt="2026-03-20T08:58:23.045" v="1313" actId="478"/>
          <ac:cxnSpMkLst>
            <pc:docMk/>
            <pc:sldMk cId="0" sldId="257"/>
            <ac:cxnSpMk id="105" creationId="{00000000-0000-0000-0000-000000000000}"/>
          </ac:cxnSpMkLst>
        </pc:cxnChg>
        <pc:cxnChg chg="del">
          <ac:chgData name="태완 김" userId="64ca4ebae4e5880f" providerId="LiveId" clId="{D1FA6DB6-9DA9-4E3A-8CA4-7E95E0A955DB}" dt="2026-03-20T08:58:22.164" v="1312" actId="478"/>
          <ac:cxnSpMkLst>
            <pc:docMk/>
            <pc:sldMk cId="0" sldId="257"/>
            <ac:cxnSpMk id="106" creationId="{00000000-0000-0000-0000-000000000000}"/>
          </ac:cxnSpMkLst>
        </pc:cxnChg>
        <pc:cxnChg chg="del">
          <ac:chgData name="태완 김" userId="64ca4ebae4e5880f" providerId="LiveId" clId="{D1FA6DB6-9DA9-4E3A-8CA4-7E95E0A955DB}" dt="2026-03-20T08:58:21.039" v="1311" actId="478"/>
          <ac:cxnSpMkLst>
            <pc:docMk/>
            <pc:sldMk cId="0" sldId="257"/>
            <ac:cxnSpMk id="107" creationId="{00000000-0000-0000-0000-000000000000}"/>
          </ac:cxnSpMkLst>
        </pc:cxnChg>
        <pc:cxnChg chg="del">
          <ac:chgData name="태완 김" userId="64ca4ebae4e5880f" providerId="LiveId" clId="{D1FA6DB6-9DA9-4E3A-8CA4-7E95E0A955DB}" dt="2026-03-20T08:58:19.046" v="1310" actId="478"/>
          <ac:cxnSpMkLst>
            <pc:docMk/>
            <pc:sldMk cId="0" sldId="257"/>
            <ac:cxnSpMk id="108" creationId="{00000000-0000-0000-0000-000000000000}"/>
          </ac:cxnSpMkLst>
        </pc:cxnChg>
        <pc:cxnChg chg="del mod">
          <ac:chgData name="태완 김" userId="64ca4ebae4e5880f" providerId="LiveId" clId="{D1FA6DB6-9DA9-4E3A-8CA4-7E95E0A955DB}" dt="2026-03-20T07:30:02.062" v="1177" actId="478"/>
          <ac:cxnSpMkLst>
            <pc:docMk/>
            <pc:sldMk cId="0" sldId="257"/>
            <ac:cxnSpMk id="123" creationId="{00000000-0000-0000-0000-000000000000}"/>
          </ac:cxnSpMkLst>
        </pc:cxnChg>
        <pc:cxnChg chg="del mod">
          <ac:chgData name="태완 김" userId="64ca4ebae4e5880f" providerId="LiveId" clId="{D1FA6DB6-9DA9-4E3A-8CA4-7E95E0A955DB}" dt="2026-03-20T07:30:12.785" v="1179" actId="478"/>
          <ac:cxnSpMkLst>
            <pc:docMk/>
            <pc:sldMk cId="0" sldId="257"/>
            <ac:cxnSpMk id="124" creationId="{00000000-0000-0000-0000-000000000000}"/>
          </ac:cxnSpMkLst>
        </pc:cxnChg>
        <pc:cxnChg chg="del mod">
          <ac:chgData name="태완 김" userId="64ca4ebae4e5880f" providerId="LiveId" clId="{D1FA6DB6-9DA9-4E3A-8CA4-7E95E0A955DB}" dt="2026-03-20T07:31:20.484" v="1197" actId="478"/>
          <ac:cxnSpMkLst>
            <pc:docMk/>
            <pc:sldMk cId="0" sldId="257"/>
            <ac:cxnSpMk id="125" creationId="{00000000-0000-0000-0000-000000000000}"/>
          </ac:cxnSpMkLst>
        </pc:cxnChg>
        <pc:cxnChg chg="del">
          <ac:chgData name="태완 김" userId="64ca4ebae4e5880f" providerId="LiveId" clId="{D1FA6DB6-9DA9-4E3A-8CA4-7E95E0A955DB}" dt="2026-03-20T07:29:56.358" v="1176" actId="478"/>
          <ac:cxnSpMkLst>
            <pc:docMk/>
            <pc:sldMk cId="0" sldId="257"/>
            <ac:cxnSpMk id="126" creationId="{00000000-0000-0000-0000-000000000000}"/>
          </ac:cxnSpMkLst>
        </pc:cxnChg>
        <pc:cxnChg chg="del mod">
          <ac:chgData name="태완 김" userId="64ca4ebae4e5880f" providerId="LiveId" clId="{D1FA6DB6-9DA9-4E3A-8CA4-7E95E0A955DB}" dt="2026-03-20T07:31:53.664" v="1207" actId="478"/>
          <ac:cxnSpMkLst>
            <pc:docMk/>
            <pc:sldMk cId="0" sldId="257"/>
            <ac:cxnSpMk id="127" creationId="{00000000-0000-0000-0000-000000000000}"/>
          </ac:cxnSpMkLst>
        </pc:cxnChg>
        <pc:cxnChg chg="del mod">
          <ac:chgData name="태완 김" userId="64ca4ebae4e5880f" providerId="LiveId" clId="{D1FA6DB6-9DA9-4E3A-8CA4-7E95E0A955DB}" dt="2026-03-20T07:32:12.428" v="1217" actId="478"/>
          <ac:cxnSpMkLst>
            <pc:docMk/>
            <pc:sldMk cId="0" sldId="257"/>
            <ac:cxnSpMk id="128" creationId="{00000000-0000-0000-0000-000000000000}"/>
          </ac:cxnSpMkLst>
        </pc:cxnChg>
      </pc:sldChg>
      <pc:sldChg chg="modSp del mod">
        <pc:chgData name="태완 김" userId="64ca4ebae4e5880f" providerId="LiveId" clId="{D1FA6DB6-9DA9-4E3A-8CA4-7E95E0A955DB}" dt="2026-03-20T06:34:14.104" v="107" actId="47"/>
        <pc:sldMkLst>
          <pc:docMk/>
          <pc:sldMk cId="0" sldId="258"/>
        </pc:sldMkLst>
        <pc:spChg chg="mod">
          <ac:chgData name="태완 김" userId="64ca4ebae4e5880f" providerId="LiveId" clId="{D1FA6DB6-9DA9-4E3A-8CA4-7E95E0A955DB}" dt="2026-03-20T06:34:04.165" v="104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태완 김" userId="64ca4ebae4e5880f" providerId="LiveId" clId="{D1FA6DB6-9DA9-4E3A-8CA4-7E95E0A955DB}" dt="2026-03-20T06:34:09.642" v="106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태완 김" userId="64ca4ebae4e5880f" providerId="LiveId" clId="{D1FA6DB6-9DA9-4E3A-8CA4-7E95E0A955DB}" dt="2026-03-20T06:34:06.992" v="105" actId="1076"/>
          <ac:spMkLst>
            <pc:docMk/>
            <pc:sldMk cId="0" sldId="258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Home Lab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CF0F1"/>
                </a:solidFill>
              </a:defRPr>
            </a:pPr>
            <a:r>
              <a:t>192.168.50.0/24 Network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</a:defRPr>
            </a:pPr>
            <a:r>
              <a:t>유나 &amp; 루나 | AI Partners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8507B6CF-9F7A-0CC0-CF26-D6030090ADFD}"/>
              </a:ext>
            </a:extLst>
          </p:cNvPr>
          <p:cNvSpPr/>
          <p:nvPr/>
        </p:nvSpPr>
        <p:spPr>
          <a:xfrm>
            <a:off x="4421379" y="1498239"/>
            <a:ext cx="9929324" cy="6351901"/>
          </a:xfrm>
          <a:prstGeom prst="roundRect">
            <a:avLst>
              <a:gd name="adj" fmla="val 4102"/>
            </a:avLst>
          </a:prstGeom>
          <a:solidFill>
            <a:srgbClr val="FAFAFA"/>
          </a:solidFill>
          <a:ln w="25400">
            <a:solidFill>
              <a:srgbClr val="9B59B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88126" y="225901"/>
            <a:ext cx="385662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rPr sz="1800" dirty="0"/>
              <a:t>🌙 </a:t>
            </a:r>
            <a:r>
              <a:rPr sz="1800" b="1" dirty="0">
                <a:solidFill>
                  <a:srgbClr val="00D4FF"/>
                </a:solidFill>
              </a:rPr>
              <a:t>Luna &amp; Yuna</a:t>
            </a:r>
            <a:r>
              <a:rPr sz="1800" b="1" dirty="0">
                <a:solidFill>
                  <a:srgbClr val="CCCCCC"/>
                </a:solidFill>
              </a:rPr>
              <a:t> Infrastructure</a:t>
            </a:r>
            <a:endParaRPr dirty="0"/>
          </a:p>
          <a:p>
            <a:pPr algn="l"/>
            <a:r>
              <a:rPr lang="en-US" sz="900" dirty="0">
                <a:solidFill>
                  <a:srgbClr val="888888"/>
                </a:solidFill>
              </a:rPr>
              <a:t>                                  </a:t>
            </a:r>
            <a:r>
              <a:rPr sz="900" dirty="0">
                <a:solidFill>
                  <a:srgbClr val="888888"/>
                </a:solidFill>
              </a:rPr>
              <a:t>192.168.50.0/24  ·  Home Lab  ·  AI Partners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89433" y="3227294"/>
            <a:ext cx="2556286" cy="2576456"/>
          </a:xfrm>
          <a:prstGeom prst="roundRect">
            <a:avLst>
              <a:gd name="adj" fmla="val 11205"/>
            </a:avLst>
          </a:prstGeom>
          <a:solidFill>
            <a:srgbClr val="FAFAFA"/>
          </a:solidFill>
          <a:ln w="25400">
            <a:solidFill>
              <a:srgbClr val="9B59B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37351" y="3262256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B59B6"/>
                </a:solidFill>
              </a:defRPr>
            </a:pPr>
            <a:r>
              <a:t>🤖 AI Partners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791" y="3582296"/>
            <a:ext cx="2194560" cy="731520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유나 (Yuna)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MacBook Air</a:t>
            </a:r>
          </a:p>
          <a:p>
            <a:pPr algn="ctr">
              <a:defRPr sz="800">
                <a:solidFill>
                  <a:srgbClr val="DDDDDD"/>
                </a:solidFill>
              </a:defRPr>
            </a:pPr>
            <a:r>
              <a:t>OpenClaw</a:t>
            </a:r>
            <a:br/>
            <a:r>
              <a:t>macOS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791" y="4862456"/>
            <a:ext cx="2194560" cy="801445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루나 (Luna)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.56 (2690v4)</a:t>
            </a:r>
          </a:p>
          <a:p>
            <a:pPr algn="ctr">
              <a:defRPr sz="800">
                <a:solidFill>
                  <a:srgbClr val="DDDDDD"/>
                </a:solidFill>
              </a:defRPr>
            </a:pPr>
            <a:r>
              <a:t>VMware Host</a:t>
            </a:r>
            <a:br/>
            <a:r>
              <a:t>OpenClaw + 트레이딩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24310" y="2049323"/>
            <a:ext cx="2880360" cy="2226840"/>
          </a:xfrm>
          <a:prstGeom prst="roundRect">
            <a:avLst>
              <a:gd name="adj" fmla="val 8027"/>
            </a:avLst>
          </a:prstGeom>
          <a:solidFill>
            <a:srgbClr val="FAFAFA"/>
          </a:solidFill>
          <a:ln w="25400">
            <a:solidFill>
              <a:srgbClr val="27AE6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24310" y="2121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</a:defRPr>
            </a:pPr>
            <a:r>
              <a:t>🌐 Web Tier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92998" y="2415083"/>
            <a:ext cx="1151062" cy="618572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 err="1"/>
              <a:t>HAProxy</a:t>
            </a:r>
            <a:endParaRPr dirty="0"/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rPr dirty="0"/>
              <a:t>.14</a:t>
            </a:r>
          </a:p>
          <a:p>
            <a:pPr algn="ctr">
              <a:defRPr sz="800">
                <a:solidFill>
                  <a:srgbClr val="DDDDDD"/>
                </a:solidFill>
              </a:defRPr>
            </a:pPr>
            <a:r>
              <a:rPr dirty="0"/>
              <a:t>LB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15750" y="3525817"/>
            <a:ext cx="1280160" cy="535186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webserver01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.11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3070" y="3512363"/>
            <a:ext cx="1280160" cy="54864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webserver02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.12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24310" y="4674190"/>
            <a:ext cx="2880360" cy="1247886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67E2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32870" y="471990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</a:defRPr>
            </a:pPr>
            <a:r>
              <a:t>⚙️ WAS Tier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4415" y="5039950"/>
            <a:ext cx="981643" cy="658907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waserver01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.6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0231" y="5039950"/>
            <a:ext cx="981643" cy="658907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waserver02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rPr dirty="0"/>
              <a:t>.7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67707" y="2138075"/>
            <a:ext cx="4572000" cy="15948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74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86041" y="2205311"/>
            <a:ext cx="2221464" cy="230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74C3C"/>
                </a:solidFill>
              </a:defRPr>
            </a:pPr>
            <a:r>
              <a:rPr dirty="0"/>
              <a:t>🔴 Oracle 19c </a:t>
            </a:r>
            <a:r>
              <a:rPr lang="en-US" dirty="0"/>
              <a:t>3 Node </a:t>
            </a:r>
            <a:r>
              <a:rPr dirty="0"/>
              <a:t>RAC (SCAN: .27-.29)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23692" y="2503835"/>
            <a:ext cx="1280160" cy="109728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oracle19c01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.21</a:t>
            </a:r>
          </a:p>
          <a:p>
            <a:pPr algn="ctr">
              <a:defRPr sz="800">
                <a:solidFill>
                  <a:srgbClr val="DDDDDD"/>
                </a:solidFill>
              </a:defRPr>
            </a:pPr>
            <a:r>
              <a:t>VIP: .24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13627" y="2503835"/>
            <a:ext cx="1280160" cy="109728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oracle19c02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.22</a:t>
            </a:r>
          </a:p>
          <a:p>
            <a:pPr algn="ctr">
              <a:defRPr sz="800">
                <a:solidFill>
                  <a:srgbClr val="DDDDDD"/>
                </a:solidFill>
              </a:defRPr>
            </a:pPr>
            <a:r>
              <a:t>VIP: .25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403562" y="2503835"/>
            <a:ext cx="1280160" cy="109728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oracle19c03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rPr dirty="0"/>
              <a:t>.23</a:t>
            </a:r>
          </a:p>
          <a:p>
            <a:pPr algn="ctr">
              <a:defRPr sz="800">
                <a:solidFill>
                  <a:srgbClr val="DDDDDD"/>
                </a:solidFill>
              </a:defRPr>
            </a:pPr>
            <a:r>
              <a:rPr dirty="0"/>
              <a:t>VIP: .26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00486" y="4281535"/>
            <a:ext cx="3017520" cy="1417322"/>
          </a:xfrm>
          <a:prstGeom prst="roundRect">
            <a:avLst>
              <a:gd name="adj" fmla="val 9077"/>
            </a:avLst>
          </a:prstGeom>
          <a:solidFill>
            <a:srgbClr val="FAFAFA"/>
          </a:solidFill>
          <a:ln w="25400">
            <a:solidFill>
              <a:srgbClr val="F39C1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1925" y="4327254"/>
            <a:ext cx="28346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C12"/>
                </a:solidFill>
              </a:defRPr>
            </a:pPr>
            <a:r>
              <a:rPr dirty="0"/>
              <a:t>🟡 </a:t>
            </a:r>
            <a:r>
              <a:rPr lang="en-US" dirty="0"/>
              <a:t>Oracle 19c 2 Node RAC</a:t>
            </a:r>
            <a:r>
              <a:rPr dirty="0"/>
              <a:t> (SCAN: .35-.37)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45713" y="4647295"/>
            <a:ext cx="1280160" cy="91440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ogg01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.31</a:t>
            </a:r>
          </a:p>
          <a:p>
            <a:pPr algn="ctr">
              <a:defRPr sz="800">
                <a:solidFill>
                  <a:srgbClr val="DDDDDD"/>
                </a:solidFill>
              </a:defRPr>
            </a:pPr>
            <a:r>
              <a:t>VIP: .33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46406" y="4647295"/>
            <a:ext cx="1280160" cy="91440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ogg02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.32</a:t>
            </a:r>
          </a:p>
          <a:p>
            <a:pPr algn="ctr">
              <a:defRPr sz="800">
                <a:solidFill>
                  <a:srgbClr val="DDDDDD"/>
                </a:solidFill>
              </a:defRPr>
            </a:pPr>
            <a:r>
              <a:t>VIP: .34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400886" y="4281535"/>
            <a:ext cx="1645920" cy="1417322"/>
          </a:xfrm>
          <a:prstGeom prst="roundRect">
            <a:avLst>
              <a:gd name="adj" fmla="val 11733"/>
            </a:avLst>
          </a:prstGeom>
          <a:solidFill>
            <a:srgbClr val="FAFAFA"/>
          </a:solidFill>
          <a:ln w="25400">
            <a:solidFill>
              <a:srgbClr val="C0392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492326" y="432725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</a:defRPr>
            </a:pPr>
            <a:r>
              <a:t>🔴 ADG Standby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492326" y="4647295"/>
            <a:ext cx="1371600" cy="914400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oracle19cadg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.41</a:t>
            </a:r>
          </a:p>
          <a:p>
            <a:pPr algn="ctr">
              <a:defRPr sz="800">
                <a:solidFill>
                  <a:srgbClr val="DDDDDD"/>
                </a:solidFill>
              </a:defRPr>
            </a:pPr>
            <a:r>
              <a:t>Data Guard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64419" y="6248855"/>
            <a:ext cx="3824351" cy="1421346"/>
          </a:xfrm>
          <a:prstGeom prst="roundRect">
            <a:avLst>
              <a:gd name="adj" fmla="val 7962"/>
            </a:avLst>
          </a:prstGeom>
          <a:solidFill>
            <a:srgbClr val="FAFAFA"/>
          </a:solidFill>
          <a:ln w="25400">
            <a:solidFill>
              <a:srgbClr val="2980B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55861" y="6294574"/>
            <a:ext cx="9789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</a:defRPr>
            </a:pPr>
            <a:r>
              <a:t>📦 Middleware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47300" y="6614615"/>
            <a:ext cx="1097280" cy="822960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redis01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.3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6020" y="6614615"/>
            <a:ext cx="1097280" cy="822960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redis02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.4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35506" y="6602507"/>
            <a:ext cx="1097280" cy="822960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redis03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.5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63285" y="6617979"/>
            <a:ext cx="1097280" cy="618302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kafka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.9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707015" y="6111018"/>
            <a:ext cx="2286000" cy="16459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336FB5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798455" y="615673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6FB5"/>
                </a:solidFill>
              </a:defRPr>
            </a:pPr>
            <a:r>
              <a:t>🐘 PostgreSQL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889895" y="6482157"/>
            <a:ext cx="1920240" cy="1005840"/>
          </a:xfrm>
          <a:prstGeom prst="roundRect">
            <a:avLst/>
          </a:prstGeom>
          <a:solidFill>
            <a:srgbClr val="336FB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postgres01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.16</a:t>
            </a:r>
          </a:p>
          <a:p>
            <a:pPr algn="ctr">
              <a:defRPr sz="800">
                <a:solidFill>
                  <a:srgbClr val="DDDDDD"/>
                </a:solidFill>
              </a:defRPr>
            </a:pPr>
            <a:r>
              <a:t>PostgreSQL 16.13</a:t>
            </a:r>
            <a:br/>
            <a:r>
              <a:t>Oracle Linux 9.7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1288" y="1597514"/>
            <a:ext cx="2286000" cy="1086522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0078D4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2727" y="1637859"/>
            <a:ext cx="12156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8D4"/>
                </a:solidFill>
              </a:defRPr>
            </a:pPr>
            <a:r>
              <a:rPr dirty="0"/>
              <a:t>🪟 Windows</a:t>
            </a:r>
            <a:r>
              <a:rPr lang="en-US" dirty="0"/>
              <a:t> 11 Pro</a:t>
            </a:r>
            <a:endParaRPr dirty="0"/>
          </a:p>
        </p:txBody>
      </p:sp>
      <p:sp>
        <p:nvSpPr>
          <p:cNvPr id="40" name="Rounded Rectangle 39"/>
          <p:cNvSpPr/>
          <p:nvPr/>
        </p:nvSpPr>
        <p:spPr>
          <a:xfrm>
            <a:off x="414168" y="1909488"/>
            <a:ext cx="1920240" cy="650837"/>
          </a:xfrm>
          <a:prstGeom prst="roundRect">
            <a:avLst/>
          </a:prstGeom>
          <a:solidFill>
            <a:srgbClr val="0078D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Windows 11 Pro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rPr dirty="0"/>
              <a:t>.30</a:t>
            </a:r>
          </a:p>
          <a:p>
            <a:pPr algn="ctr">
              <a:defRPr sz="800">
                <a:solidFill>
                  <a:srgbClr val="DDDDDD"/>
                </a:solidFill>
              </a:defRPr>
            </a:pPr>
            <a:r>
              <a:rPr dirty="0"/>
              <a:t>Oracle </a:t>
            </a:r>
            <a:r>
              <a:rPr dirty="0" err="1"/>
              <a:t>튜닝</a:t>
            </a:r>
            <a:br>
              <a:rPr dirty="0"/>
            </a:br>
            <a:r>
              <a:rPr dirty="0" err="1"/>
              <a:t>계정</a:t>
            </a:r>
            <a:r>
              <a:rPr dirty="0"/>
              <a:t>: </a:t>
            </a:r>
            <a:r>
              <a:rPr dirty="0" err="1"/>
              <a:t>kto</a:t>
            </a:r>
            <a:endParaRPr dirty="0"/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03EB263F-61A4-DACE-1B8F-9A8A767380D0}"/>
              </a:ext>
            </a:extLst>
          </p:cNvPr>
          <p:cNvCxnSpPr>
            <a:cxnSpLocks/>
            <a:stCxn id="38" idx="2"/>
            <a:endCxn id="6" idx="1"/>
          </p:cNvCxnSpPr>
          <p:nvPr/>
        </p:nvCxnSpPr>
        <p:spPr>
          <a:xfrm rot="16200000" flipH="1">
            <a:off x="311968" y="3746355"/>
            <a:ext cx="2579143" cy="4545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EDB09997-04F2-153A-0F4F-B12737A5DA18}"/>
              </a:ext>
            </a:extLst>
          </p:cNvPr>
          <p:cNvCxnSpPr>
            <a:cxnSpLocks/>
            <a:stCxn id="38" idx="3"/>
            <a:endCxn id="5" idx="0"/>
          </p:cNvCxnSpPr>
          <p:nvPr/>
        </p:nvCxnSpPr>
        <p:spPr>
          <a:xfrm>
            <a:off x="2517288" y="2140775"/>
            <a:ext cx="408783" cy="144152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C2516AE7-173C-E39D-545E-CD6C8DBA3607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2926071" y="4313816"/>
            <a:ext cx="0" cy="5486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5164D73B-93F2-4642-5FE8-F05C5030D6B3}"/>
              </a:ext>
            </a:extLst>
          </p:cNvPr>
          <p:cNvCxnSpPr>
            <a:stCxn id="9" idx="1"/>
            <a:endCxn id="10" idx="0"/>
          </p:cNvCxnSpPr>
          <p:nvPr/>
        </p:nvCxnSpPr>
        <p:spPr>
          <a:xfrm rot="10800000" flipV="1">
            <a:off x="5655830" y="2724369"/>
            <a:ext cx="137168" cy="8014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0A9E8413-0350-4F78-A3E2-B4518F3963EA}"/>
              </a:ext>
            </a:extLst>
          </p:cNvPr>
          <p:cNvCxnSpPr>
            <a:stCxn id="9" idx="3"/>
            <a:endCxn id="11" idx="0"/>
          </p:cNvCxnSpPr>
          <p:nvPr/>
        </p:nvCxnSpPr>
        <p:spPr>
          <a:xfrm>
            <a:off x="6944060" y="2724369"/>
            <a:ext cx="129090" cy="7879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5AE43290-4AB7-1606-E1FE-10E5BDD967B7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5655830" y="4061003"/>
            <a:ext cx="9407" cy="978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710BB704-FDE0-295A-5491-B56FCEC542E7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7061053" y="4061003"/>
            <a:ext cx="12097" cy="978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29FD4A49-13FD-4A36-2244-AE757E20C812}"/>
              </a:ext>
            </a:extLst>
          </p:cNvPr>
          <p:cNvCxnSpPr>
            <a:stCxn id="14" idx="2"/>
            <a:endCxn id="31" idx="0"/>
          </p:cNvCxnSpPr>
          <p:nvPr/>
        </p:nvCxnSpPr>
        <p:spPr>
          <a:xfrm flipH="1">
            <a:off x="5195940" y="5698857"/>
            <a:ext cx="469297" cy="915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181151B0-3A9A-135F-CFE0-C7BDB8D315D4}"/>
              </a:ext>
            </a:extLst>
          </p:cNvPr>
          <p:cNvCxnSpPr>
            <a:stCxn id="15" idx="2"/>
            <a:endCxn id="31" idx="0"/>
          </p:cNvCxnSpPr>
          <p:nvPr/>
        </p:nvCxnSpPr>
        <p:spPr>
          <a:xfrm flipH="1">
            <a:off x="5195940" y="5698857"/>
            <a:ext cx="1865113" cy="915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43A6AC70-2800-E718-F9C5-2CA70311D767}"/>
              </a:ext>
            </a:extLst>
          </p:cNvPr>
          <p:cNvCxnSpPr>
            <a:stCxn id="14" idx="2"/>
            <a:endCxn id="32" idx="0"/>
          </p:cNvCxnSpPr>
          <p:nvPr/>
        </p:nvCxnSpPr>
        <p:spPr>
          <a:xfrm>
            <a:off x="5665237" y="5698857"/>
            <a:ext cx="719423" cy="915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620EB151-1268-6C36-E58B-0A12AC6B9D79}"/>
              </a:ext>
            </a:extLst>
          </p:cNvPr>
          <p:cNvCxnSpPr>
            <a:stCxn id="14" idx="2"/>
            <a:endCxn id="33" idx="0"/>
          </p:cNvCxnSpPr>
          <p:nvPr/>
        </p:nvCxnSpPr>
        <p:spPr>
          <a:xfrm>
            <a:off x="5665237" y="5698857"/>
            <a:ext cx="1918909" cy="903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31663ABA-469E-538F-3F8F-537E38A94B45}"/>
              </a:ext>
            </a:extLst>
          </p:cNvPr>
          <p:cNvCxnSpPr>
            <a:stCxn id="15" idx="2"/>
            <a:endCxn id="32" idx="0"/>
          </p:cNvCxnSpPr>
          <p:nvPr/>
        </p:nvCxnSpPr>
        <p:spPr>
          <a:xfrm flipH="1">
            <a:off x="6384660" y="5698857"/>
            <a:ext cx="676393" cy="915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38467DBD-06EA-4E51-11FD-FB905A047A3C}"/>
              </a:ext>
            </a:extLst>
          </p:cNvPr>
          <p:cNvCxnSpPr>
            <a:stCxn id="15" idx="2"/>
            <a:endCxn id="33" idx="0"/>
          </p:cNvCxnSpPr>
          <p:nvPr/>
        </p:nvCxnSpPr>
        <p:spPr>
          <a:xfrm>
            <a:off x="7061053" y="5698857"/>
            <a:ext cx="523093" cy="903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0B149641-E66C-FC8F-C31F-9D07E367D7B3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10703852" y="3052475"/>
            <a:ext cx="20977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565E175E-3D71-9B93-0CDE-4E1A9BCE339C}"/>
              </a:ext>
            </a:extLst>
          </p:cNvPr>
          <p:cNvCxnSpPr>
            <a:stCxn id="19" idx="3"/>
          </p:cNvCxnSpPr>
          <p:nvPr/>
        </p:nvCxnSpPr>
        <p:spPr>
          <a:xfrm flipV="1">
            <a:off x="12193787" y="3030967"/>
            <a:ext cx="209775" cy="215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BF6DA009-E248-F039-32E5-3C284EB2B702}"/>
              </a:ext>
            </a:extLst>
          </p:cNvPr>
          <p:cNvCxnSpPr>
            <a:cxnSpLocks/>
            <a:stCxn id="29" idx="3"/>
            <a:endCxn id="16" idx="1"/>
          </p:cNvCxnSpPr>
          <p:nvPr/>
        </p:nvCxnSpPr>
        <p:spPr>
          <a:xfrm flipV="1">
            <a:off x="8288770" y="2935485"/>
            <a:ext cx="978937" cy="402404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FDD8CA6F-3123-2268-48A8-DC13D38F7B64}"/>
              </a:ext>
            </a:extLst>
          </p:cNvPr>
          <p:cNvCxnSpPr>
            <a:cxnSpLocks/>
            <a:stCxn id="16" idx="2"/>
            <a:endCxn id="26" idx="0"/>
          </p:cNvCxnSpPr>
          <p:nvPr/>
        </p:nvCxnSpPr>
        <p:spPr>
          <a:xfrm rot="16200000" flipH="1">
            <a:off x="12114456" y="3172145"/>
            <a:ext cx="548640" cy="167013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4571997" y="1650404"/>
            <a:ext cx="41201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D4FF"/>
                </a:solidFill>
              </a:defRPr>
            </a:pPr>
            <a:r>
              <a:rPr sz="1200" dirty="0">
                <a:latin typeface="D2Coding" panose="020B0609020101020101" pitchFamily="49" charset="-127"/>
                <a:ea typeface="D2Coding" panose="020B0609020101020101" pitchFamily="49" charset="-127"/>
              </a:rPr>
              <a:t>🖥️ </a:t>
            </a:r>
            <a:r>
              <a:rPr sz="1400" dirty="0" err="1">
                <a:latin typeface="Consolas" panose="020B0609020204030204" pitchFamily="49" charset="0"/>
                <a:ea typeface="D2Coding" panose="020B0609020101020101" pitchFamily="49" charset="-127"/>
              </a:rPr>
              <a:t>루나</a:t>
            </a:r>
            <a:r>
              <a:rPr sz="1400" dirty="0">
                <a:latin typeface="Consolas" panose="020B0609020204030204" pitchFamily="49" charset="0"/>
                <a:ea typeface="D2Coding" panose="020B0609020101020101" pitchFamily="49" charset="-127"/>
              </a:rPr>
              <a:t> VM </a:t>
            </a:r>
            <a:r>
              <a:rPr sz="1400" dirty="0" err="1">
                <a:latin typeface="Consolas" panose="020B0609020204030204" pitchFamily="49" charset="0"/>
                <a:ea typeface="D2Coding" panose="020B0609020101020101" pitchFamily="49" charset="-127"/>
              </a:rPr>
              <a:t>호스트</a:t>
            </a:r>
            <a:r>
              <a:rPr sz="1400" dirty="0">
                <a:latin typeface="Consolas" panose="020B0609020204030204" pitchFamily="49" charset="0"/>
                <a:ea typeface="D2Coding" panose="020B0609020101020101" pitchFamily="49" charset="-127"/>
              </a:rPr>
              <a:t>(2690v4) — </a:t>
            </a:r>
            <a:r>
              <a:rPr sz="1400" dirty="0" err="1">
                <a:latin typeface="Consolas" panose="020B0609020204030204" pitchFamily="49" charset="0"/>
                <a:ea typeface="D2Coding" panose="020B0609020101020101" pitchFamily="49" charset="-127"/>
              </a:rPr>
              <a:t>확대도</a:t>
            </a:r>
            <a:endParaRPr sz="1200" dirty="0">
              <a:latin typeface="Consolas" panose="020B0609020204030204" pitchFamily="49" charset="0"/>
              <a:ea typeface="D2Coding" panose="020B0609020101020101" pitchFamily="49" charset="-127"/>
            </a:endParaRPr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26BF322D-68B9-3517-9004-929058BC362A}"/>
              </a:ext>
            </a:extLst>
          </p:cNvPr>
          <p:cNvCxnSpPr>
            <a:cxnSpLocks/>
            <a:stCxn id="22" idx="2"/>
            <a:endCxn id="34" idx="0"/>
          </p:cNvCxnSpPr>
          <p:nvPr/>
        </p:nvCxnSpPr>
        <p:spPr>
          <a:xfrm rot="16200000" flipH="1">
            <a:off x="10251024" y="6157078"/>
            <a:ext cx="919122" cy="267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B80EB1DA-4859-5156-FCF6-28143308C9AB}"/>
              </a:ext>
            </a:extLst>
          </p:cNvPr>
          <p:cNvCxnSpPr>
            <a:stCxn id="34" idx="3"/>
            <a:endCxn id="35" idx="1"/>
          </p:cNvCxnSpPr>
          <p:nvPr/>
        </p:nvCxnSpPr>
        <p:spPr>
          <a:xfrm>
            <a:off x="11260565" y="6927130"/>
            <a:ext cx="446450" cy="6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180000" y="180000"/>
            <a:ext cx="1260000" cy="540000"/>
          </a:xfrm>
          <a:prstGeom prst="roundRect">
            <a:avLst/>
          </a:prstGeom>
          <a:solidFill>
            <a:srgbClr val="222233"/>
          </a:solidFill>
          <a:ln w="2540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F5350"/>
                </a:solidFill>
              </a:rPr>
              <a:t>🌐 KT 인터넷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980000" y="180000"/>
            <a:ext cx="1440000" cy="540000"/>
          </a:xfrm>
          <a:prstGeom prst="roundRect">
            <a:avLst/>
          </a:prstGeom>
          <a:solidFill>
            <a:srgbClr val="222233"/>
          </a:solidFill>
          <a:ln w="2540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A726"/>
                </a:solidFill>
              </a:rPr>
              <a:t>📡 ASUS 공유기</a:t>
            </a:r>
          </a:p>
          <a:p>
            <a:pPr algn="ctr"/>
            <a:r>
              <a:rPr sz="700">
                <a:solidFill>
                  <a:srgbClr val="999999"/>
                </a:solidFill>
              </a:rPr>
              <a:t>192.168.50.1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BD9C01E-590E-EE26-7E03-22B31DF175F2}"/>
              </a:ext>
            </a:extLst>
          </p:cNvPr>
          <p:cNvCxnSpPr>
            <a:stCxn id="103" idx="3"/>
            <a:endCxn id="104" idx="1"/>
          </p:cNvCxnSpPr>
          <p:nvPr/>
        </p:nvCxnSpPr>
        <p:spPr>
          <a:xfrm>
            <a:off x="1440000" y="450000"/>
            <a:ext cx="54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EBD7187F-9C87-EC8D-4832-DE34AA98DECA}"/>
              </a:ext>
            </a:extLst>
          </p:cNvPr>
          <p:cNvCxnSpPr>
            <a:stCxn id="104" idx="2"/>
            <a:endCxn id="38" idx="0"/>
          </p:cNvCxnSpPr>
          <p:nvPr/>
        </p:nvCxnSpPr>
        <p:spPr>
          <a:xfrm rot="5400000">
            <a:off x="1598387" y="495901"/>
            <a:ext cx="877514" cy="13257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E00F2FCA-52FA-0827-D776-D656FDC23DD1}"/>
              </a:ext>
            </a:extLst>
          </p:cNvPr>
          <p:cNvCxnSpPr>
            <a:stCxn id="3" idx="3"/>
            <a:endCxn id="100" idx="0"/>
          </p:cNvCxnSpPr>
          <p:nvPr/>
        </p:nvCxnSpPr>
        <p:spPr>
          <a:xfrm flipV="1">
            <a:off x="4145719" y="1498239"/>
            <a:ext cx="5240322" cy="3017283"/>
          </a:xfrm>
          <a:prstGeom prst="bentConnector4">
            <a:avLst>
              <a:gd name="adj1" fmla="val 2630"/>
              <a:gd name="adj2" fmla="val 1075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IP Address Table - 192.168.50.0/24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822960"/>
            <a:ext cx="347472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Hostname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822960"/>
            <a:ext cx="347472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IP (.50.x)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0" y="822960"/>
            <a:ext cx="347472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143000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redis01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143000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.3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143000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Redis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39903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redis02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39903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39903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Redis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655064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redis03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655064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655064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Redis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1911095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waserver01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911095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911095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WAS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167128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waserver02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167128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167128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WAS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2423160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kafka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423160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423160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Kafka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2679192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webserver01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2679192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679192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Web Server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2935224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webserver02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935224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2935224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Web Server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3191256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haproxy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3191256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.14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3191256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Load Balancer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344728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postgres01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44728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344728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PostgreSQL 16.13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3703320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oracle19c01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3703320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.21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703320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Oracle RAC Node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395935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oracle19c02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395935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.22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95935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Oracle RAC Node 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0" y="4215384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oracle19c03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4215384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.23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215384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Oracle RAC Node 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0" y="4471416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oracle19c01-vip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0" y="4471416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4471416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RAC VIP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4727448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oracle19c02-vip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4727448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4727448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RAC VIP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0" y="4983480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oracle19c03-vip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4983480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.26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4983480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RAC VIP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0" y="5239512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oracle19c-scan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5239512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.27-.29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5239512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RAC SCAN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0" y="5495544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windows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0" y="5495544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.30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0" y="5495544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Windows 11 Pro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5751576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oracle19cogg01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0" y="5751576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.31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0" y="5751576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GoldenGate Node 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0" y="600760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oracle19cogg02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0" y="600760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.32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44000" y="600760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GoldenGate Node 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0" y="6263640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ogg01-vip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0" y="6263640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.33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0" y="6263640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OGG VIP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0" y="651967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ogg02-vip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0" y="651967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.34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0" y="651967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OGG VIP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6775704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ogg-scan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0" y="6775704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.35-.37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0" y="6775704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OGG SCAN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0" y="7031736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oracle19cadg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0" y="7031736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.41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0" y="7031736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Data Guard Standby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0" y="7287768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2690v4 (루나)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0" y="7287768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.56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00" y="7287768"/>
            <a:ext cx="3474720" cy="256032"/>
          </a:xfrm>
          <a:prstGeom prst="rect">
            <a:avLst/>
          </a:prstGeom>
          <a:solidFill>
            <a:srgbClr val="ECF0F1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VMware Host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351</Words>
  <Application>Microsoft Office PowerPoint</Application>
  <PresentationFormat>사용자 지정</PresentationFormat>
  <Paragraphs>146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D2Coding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태완 김</cp:lastModifiedBy>
  <cp:revision>1</cp:revision>
  <dcterms:created xsi:type="dcterms:W3CDTF">2013-01-27T09:14:16Z</dcterms:created>
  <dcterms:modified xsi:type="dcterms:W3CDTF">2026-03-20T08:59:29Z</dcterms:modified>
  <cp:category/>
</cp:coreProperties>
</file>